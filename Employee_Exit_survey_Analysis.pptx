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79" r:id="rId3"/>
    <p:sldId id="258" r:id="rId4"/>
    <p:sldId id="259" r:id="rId5"/>
    <p:sldId id="260" r:id="rId6"/>
    <p:sldId id="261" r:id="rId7"/>
    <p:sldId id="273" r:id="rId8"/>
    <p:sldId id="276" r:id="rId9"/>
    <p:sldId id="277" r:id="rId10"/>
    <p:sldId id="266" r:id="rId11"/>
    <p:sldId id="278" r:id="rId12"/>
    <p:sldId id="268" r:id="rId13"/>
  </p:sldIdLst>
  <p:sldSz cx="9144000" cy="5143500" type="screen16x9"/>
  <p:notesSz cx="9144000" cy="5143500"/>
  <p:embeddedFontLst>
    <p:embeddedFont>
      <p:font typeface="Montserrat Light" panose="00000400000000000000" pitchFamily="2" charset="0"/>
      <p:regular r:id="rId15"/>
      <p:italic r:id="rId16"/>
    </p:embeddedFont>
    <p:embeddedFont>
      <p:font typeface="Montserrat-light" panose="020B0604020202020204" charset="0"/>
      <p:regular r:id="rId17"/>
    </p:embeddedFont>
    <p:embeddedFont>
      <p:font typeface="Playfair Display" panose="00000500000000000000" pitchFamily="2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23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7D66747A-9E85-4F18-A29F-478E223BC05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35C922F-CD45-4734-86FB-D8B3FCD9CC40}"/>
              </a:ext>
            </a:extLst>
          </p:cNvPr>
          <p:cNvSpPr/>
          <p:nvPr userDrawn="1"/>
        </p:nvSpPr>
        <p:spPr>
          <a:xfrm>
            <a:off x="431373" y="794138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B10C4C7D-3744-44B3-95F8-599E2C6C3A7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C9EC9EC-74BB-4189-B762-0F0FDE0AD3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51534" y="1161606"/>
            <a:ext cx="4333783" cy="1163589"/>
          </a:xfrm>
        </p:spPr>
        <p:txBody>
          <a:bodyPr rtlCol="0" anchor="t">
            <a:noAutofit/>
          </a:bodyPr>
          <a:lstStyle>
            <a:lvl1pPr lvl="0" algn="l">
              <a:lnSpc>
                <a:spcPct val="100000"/>
              </a:lnSpc>
              <a:defRPr lang="en-US" sz="36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Subtitle 2">
            <a:extLst>
              <a:ext uri="{5607A217-3174-4624-BFFD-D8BA41E8682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5D49737-BDC9-4836-9003-EA9D753FD805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51534" y="2401395"/>
            <a:ext cx="4333783" cy="345521"/>
          </a:xfrm>
        </p:spPr>
        <p:txBody>
          <a:bodyPr rtlCol="0">
            <a:noAutofit/>
          </a:bodyPr>
          <a:lstStyle>
            <a:lvl1pPr marL="0" lvl="0" indent="0" algn="l">
              <a:buNone/>
              <a:defRPr lang="en-US" sz="2000" dirty="0">
                <a:solidFill>
                  <a:schemeClr val="tx2"/>
                </a:solidFill>
              </a:defRPr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Add Date</a:t>
            </a:r>
          </a:p>
        </p:txBody>
      </p:sp>
      <p:sp>
        <p:nvSpPr>
          <p:cNvPr id="5" name="Picture Placeholder 10">
            <a:extLst>
              <a:ext uri="{BF0BE9E0-4B38-44DA-80B0-7C60620B571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D9A7F0D-4834-45BF-92FF-57D57BD685F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5653087" y="1076324"/>
            <a:ext cx="2862262" cy="3579018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6" name="Picture Placeholder 5">
            <a:extLst>
              <a:ext uri="{BDE2DA06-19CB-4F80-B62B-2FFD777D32A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439E22B-42F8-45FD-A64D-6123EEE76D8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51535" y="439743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1">
            <a:extLst>
              <a:ext uri="{37BB1A09-A2A2-41AE-8DB8-2B76CB6D717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C9D360E-FA69-4E8C-A3D4-EF4AA8E78F5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317F849E-63FA-40F0-BB2C-1A6C482592C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D5849AB-6AA3-4494-8808-34729C0EAE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1680925D-198B-435E-A7AA-007D0E59353D}" type="datetime4">
              <a:t>December 5, 2025</a:t>
            </a:fld>
            <a:endParaRPr lang="en-US" dirty="0"/>
          </a:p>
        </p:txBody>
      </p:sp>
      <p:sp>
        <p:nvSpPr>
          <p:cNvPr id="9" name="Slide Number Placeholder 5">
            <a:extLst>
              <a:ext uri="{A915EDC1-3252-4345-89AF-7CF5E0D1B21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CD08B5-C856-4AA0-B4DB-8649683578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83B23648-C696-4E1A-917D-561F041933EA}" type="slidenum">
              <a:t>‹#›</a:t>
            </a:fld>
            <a:endParaRPr lang="en-US" dirty="0"/>
          </a:p>
        </p:txBody>
      </p:sp>
    </p:spTree>
    <p:extLst>
      <p:ext uri="{D756306A-0E4C-4FB4-8115-F5635779E63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2117CBA7-6AB7-4F78-B955-D21BA6E7ED2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A929380-0318-4DCA-8558-EC416ECE3F55}"/>
              </a:ext>
            </a:extLst>
          </p:cNvPr>
          <p:cNvSpPr/>
          <p:nvPr userDrawn="1"/>
        </p:nvSpPr>
        <p:spPr>
          <a:xfrm>
            <a:off x="431372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DA507732-3B95-450A-85D1-06651254370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D6C1D0A-721B-47F2-A5C5-E9FA261D3BA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46E4FE13-A1BC-4238-A4D8-477FE77F13F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905F343-2729-4F33-BBB4-06A1005674F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1650380"/>
            <a:ext cx="7593677" cy="2834630"/>
          </a:xfrm>
        </p:spPr>
        <p:txBody>
          <a:bodyPr rtlCol="0">
            <a:noAutofit/>
          </a:bodyPr>
          <a:lstStyle>
            <a:lvl1pPr lvl="0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1pPr>
            <a:lvl2pPr lvl="1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2pPr>
            <a:lvl3pPr lvl="2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3pPr>
            <a:lvl4pPr lvl="3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4pPr>
            <a:lvl5pPr lvl="4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5C53989F-085B-4EFD-B8B0-6D19B9805E6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609996D-0F9B-4929-A4AE-A5EFF838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583EF3D6-17F1-458D-AC68-F48DC85043E0}" type="slidenum"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C48EA570-5D0D-4295-821B-59D8B1D98E8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18322C8-BF56-42EE-9D46-B39B8581D4C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610350" y="45624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1">
            <a:extLst>
              <a:ext uri="{D6731ED4-A835-400C-AC4D-068CB11832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8AF4858-01E9-4280-8780-282EEE7663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90DE7773-262D-43E1-A142-C6A70ABEEF0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1F520E-0D9F-44AF-AC8A-0759E37C6CD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92B3787D-BD37-4550-B55B-295643D2736C}" type="datetime4">
              <a:t>December 5, 2025</a:t>
            </a:fld>
            <a:endParaRPr lang="en-US" dirty="0"/>
          </a:p>
        </p:txBody>
      </p:sp>
    </p:spTree>
    <p:extLst>
      <p:ext uri="{696DDB7B-625B-406A-AB6B-68A7EEAE2BF3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966F0863-B55A-4EA9-8CB2-EE75B8E5359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D4A710-2FDC-48E3-A723-704E71DC3378}"/>
              </a:ext>
            </a:extLst>
          </p:cNvPr>
          <p:cNvSpPr/>
          <p:nvPr userDrawn="1"/>
        </p:nvSpPr>
        <p:spPr>
          <a:xfrm>
            <a:off x="431373" y="1373479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009116C6-DF96-4C18-9A39-29CB868AF18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3D53B2A-B24B-4D12-8A61-9771B7C50A74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51534" y="1740948"/>
            <a:ext cx="7214202" cy="514617"/>
          </a:xfrm>
        </p:spPr>
        <p:txBody>
          <a:bodyPr rtlCol="0" anchor="t">
            <a:noAutofit/>
          </a:bodyPr>
          <a:lstStyle>
            <a:lvl1pPr lvl="0" algn="l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Subtitle 2">
            <a:extLst>
              <a:ext uri="{96332751-7CD8-409D-9A6A-DCC2E2861D3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DEF02F4-379F-4CD9-9BD0-D29109729674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51534" y="2255564"/>
            <a:ext cx="4333783" cy="736465"/>
          </a:xfrm>
        </p:spPr>
        <p:txBody>
          <a:bodyPr rtlCol="0">
            <a:noAutofit/>
          </a:bodyPr>
          <a:lstStyle>
            <a:lvl1pPr marL="0" lvl="0" indent="0" algn="l">
              <a:buNone/>
              <a:defRPr lang="en-US" sz="2000" dirty="0">
                <a:solidFill>
                  <a:schemeClr val="tx2"/>
                </a:solidFill>
              </a:defRPr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Add Subtitle</a:t>
            </a:r>
          </a:p>
        </p:txBody>
      </p:sp>
      <p:sp>
        <p:nvSpPr>
          <p:cNvPr id="5" name="Picture Placeholder 4">
            <a:extLst>
              <a:ext uri="{36F10ADF-2B5A-4359-BF34-35B90583A3C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0065F47-AFF8-4DA5-B9E4-022A1F065CF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31377" y="451133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1">
            <a:extLst>
              <a:ext uri="{232E3CC3-3191-4A4F-A750-AE88CB19356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D219738-13DF-4AB9-9150-65EEBD00805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D461FDA6-B4A3-4172-A8DF-98C69D084C5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97C3ACD-C89E-44CA-85CD-388C82AE907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8" name="Slide Number Placeholder 5">
            <a:extLst>
              <a:ext uri="{7BED942A-1A63-47D2-8A03-FBDE4C0FF5F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D4649D5-A726-4BC3-816A-495833F9346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F7116571-2997-479E-A95E-F97F8791FD77}" type="slidenum">
              <a:t>‹#›</a:t>
            </a:fld>
            <a:endParaRPr lang="en-US" dirty="0"/>
          </a:p>
        </p:txBody>
      </p:sp>
    </p:spTree>
    <p:extLst>
      <p:ext uri="{97CA1EF6-2475-4117-85BB-A7A95B059EC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0A7570E0-B172-4690-B790-629FFC2893E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0BA620A-8DB4-4315-85BA-51094FB1CBF5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E820E262-E1E9-4015-B632-E40D322ADFF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0819379-689E-4AC0-BEFB-5D8F3AEF40B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531DE98A-C3E7-46F6-8B64-5232F59845C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FEEC714-9777-460F-9306-45F688B78F8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1650380"/>
            <a:ext cx="2640846" cy="2834630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2pPr>
            <a:lvl3pPr marL="914400" lvl="2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3pPr>
            <a:lvl4pPr marL="1371600" lvl="3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4pPr>
            <a:lvl5pPr marL="1828800" lvl="4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1F5AF465-E813-4632-848B-D7CE145B544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7DE7A25-88C2-4C94-AEF9-A12BB33F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50B01898-CB97-4588-B8AC-3BE5CAD2900B}" type="slidenum">
              <a:t>‹#›</a:t>
            </a:fld>
            <a:endParaRPr lang="en-US" dirty="0"/>
          </a:p>
        </p:txBody>
      </p:sp>
      <p:sp>
        <p:nvSpPr>
          <p:cNvPr id="6" name="Chart Placeholder 4">
            <a:extLst>
              <a:ext uri="{72638582-2CDE-4613-AB92-A5393CE5E7A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440BB6-E5B4-435C-9FF4-FA4D704CA455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3884177" y="1650380"/>
            <a:ext cx="4631171" cy="2834630"/>
          </a:xfrm>
        </p:spPr>
        <p:txBody>
          <a:bodyPr rtlCol="0">
            <a:noAutofit/>
          </a:bodyPr>
          <a:lstStyle>
            <a:lvl1pPr marL="0" lvl="0" indent="0">
              <a:buNone/>
              <a:defRPr lang="en-US" sz="2400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Chart</a:t>
            </a:r>
          </a:p>
        </p:txBody>
      </p:sp>
      <p:sp>
        <p:nvSpPr>
          <p:cNvPr id="7" name="Picture Placeholder 6">
            <a:extLst>
              <a:ext uri="{E3736D84-3228-45D4-91A3-5884510BA90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63AB219-FAAE-4D37-AD13-EA8BA6A7207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1">
            <a:extLst>
              <a:ext uri="{657216C0-71E8-48EA-97A0-3D4E8E1946D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B08A5F-AC7B-4505-86C9-43E0094B1C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7A26AE6-CA22-470A-9741-52AE22E3A79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A8323CD-512A-428B-B178-172CE0A34C2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0D43979-0AE7-4735-8CBA-C7E43EA285AC}" type="datetime4">
              <a:t>December 5, 2025</a:t>
            </a:fld>
            <a:endParaRPr lang="en-US" dirty="0"/>
          </a:p>
        </p:txBody>
      </p:sp>
    </p:spTree>
    <p:extLst>
      <p:ext uri="{B9568503-FA0E-409E-B9FF-CFC52DF3588B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1B1E54D0-0768-424B-8B6E-9B538443E92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3244FB7-2D2D-4B4E-AB3D-80A80F292609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6445035F-7DC9-4BBE-A2EC-38B9B37C8EC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D807B1D-4380-4223-9A2B-74E51D28A5F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94DB6F19-8347-4D61-B661-333684B4D02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FE0755E-E768-4B21-9850-6BB3BB7F218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504791" y="2148440"/>
            <a:ext cx="4010558" cy="2336577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2pPr>
            <a:lvl3pPr marL="914400" lvl="2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3pPr>
            <a:lvl4pPr marL="1371600" lvl="3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4pPr>
            <a:lvl5pPr marL="1828800" lvl="4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7C5E029C-F842-4EBC-B79E-D1D19C9B612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3E9B2A7-46FB-4162-9044-D208D24F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7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25C04E57-E31C-4A37-B6E8-117AE9D65E64}" type="slidenum">
              <a:t>‹#›</a:t>
            </a:fld>
            <a:endParaRPr lang="en-US" dirty="0"/>
          </a:p>
        </p:txBody>
      </p:sp>
      <p:sp>
        <p:nvSpPr>
          <p:cNvPr id="6" name="Chart Placeholder 4">
            <a:extLst>
              <a:ext uri="{A51EAB01-6291-4925-AD10-992D370B735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5F6C9A5-9E54-461D-8B72-828C710C6171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807377" y="1650377"/>
            <a:ext cx="3477358" cy="2834630"/>
          </a:xfrm>
        </p:spPr>
        <p:txBody>
          <a:bodyPr rtlCol="0" anchor="t">
            <a:noAutofit/>
          </a:bodyPr>
          <a:lstStyle>
            <a:lvl1pPr marL="0" lvl="0" indent="0" algn="l">
              <a:buNone/>
              <a:defRPr lang="en-US" sz="2400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Chart</a:t>
            </a:r>
          </a:p>
        </p:txBody>
      </p:sp>
      <p:sp>
        <p:nvSpPr>
          <p:cNvPr id="7" name="Picture Placeholder 6">
            <a:extLst>
              <a:ext uri="{462CF7C7-E217-431A-ABAB-4970DC5FDDF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3A85FEE-991A-4B89-8BC8-B24754A923A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1">
            <a:extLst>
              <a:ext uri="{1C30378E-5FA2-4AE9-98DF-C05C665140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725A9B3-3482-4F37-808C-C723E1B13C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5BB122FC-47C9-4D9A-A8C0-5A2205F2334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7D7B127-D6DD-4536-832C-86721D785C6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5A3236B-FD9C-448B-A979-F833092EEFDE}" type="datetime4">
              <a:t>December 5, 2025</a:t>
            </a:fld>
            <a:endParaRPr lang="en-US" dirty="0"/>
          </a:p>
        </p:txBody>
      </p:sp>
    </p:spTree>
    <p:extLst>
      <p:ext uri="{5EA8DD10-044C-420B-97E3-8B969A882EB9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D7179F4A-6EDB-4825-A4F4-3B58E97A8FA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D994F41-10C0-4678-BC38-9C8F06DC203E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9">
            <a:extLst>
              <a:ext uri="{F6C86A9F-B250-4EA8-A837-4CCA318DA85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E6D5AA3-8B3F-438D-9B73-9212A628AC64}"/>
              </a:ext>
            </a:extLst>
          </p:cNvPr>
          <p:cNvSpPr/>
          <p:nvPr userDrawn="1"/>
        </p:nvSpPr>
        <p:spPr>
          <a:xfrm>
            <a:off x="734824" y="1471166"/>
            <a:ext cx="7780524" cy="29890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8F41AAA0-BBBE-4FF1-BA92-BFC769525C0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5E4D8FC-BADB-47CC-AA8C-8FEDE9AEA14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Content Placeholder 2">
            <a:extLst>
              <a:ext uri="{E971C2FA-FC92-46C3-91FA-35FBAADF6FF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D991079-9D07-472D-B7C2-3CFD4A72C7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18949" y="1654330"/>
            <a:ext cx="7188708" cy="2625890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200" dirty="0">
                <a:solidFill>
                  <a:schemeClr val="bg1"/>
                </a:solidFill>
              </a:defRPr>
            </a:lvl1pPr>
            <a:lvl2pPr marL="742950" lvl="1" indent="-285750">
              <a:lnSpc>
                <a:spcPct val="100000"/>
              </a:lnSpc>
              <a:buChar char="•"/>
              <a:defRPr lang="en-US" sz="1200" dirty="0">
                <a:solidFill>
                  <a:schemeClr val="bg1"/>
                </a:solidFill>
              </a:defRPr>
            </a:lvl2pPr>
            <a:lvl3pPr marL="1200150" lvl="2" indent="-285750">
              <a:lnSpc>
                <a:spcPct val="125000"/>
              </a:lnSpc>
              <a:buChar char="•"/>
              <a:defRPr lang="en-US" sz="1200" dirty="0">
                <a:solidFill>
                  <a:schemeClr val="bg1"/>
                </a:solidFill>
              </a:defRPr>
            </a:lvl3pPr>
            <a:lvl4pPr marL="1657350" lvl="3" indent="-285750">
              <a:lnSpc>
                <a:spcPct val="125000"/>
              </a:lnSpc>
              <a:buChar char="•"/>
              <a:defRPr lang="en-US" sz="1200" dirty="0">
                <a:solidFill>
                  <a:schemeClr val="bg1"/>
                </a:solidFill>
              </a:defRPr>
            </a:lvl4pPr>
            <a:lvl5pPr marL="2114550" lvl="4" indent="-285750">
              <a:lnSpc>
                <a:spcPct val="125000"/>
              </a:lnSpc>
              <a:buChar char="•"/>
              <a:defRPr lang="en-US" sz="12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B615EDF3-A05F-449E-B3DD-7A42CDA1A10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F71617E-353E-4FF1-8F3E-32769428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036CFE52-3F5D-4383-B1EC-20E009C4703B}" type="slidenum"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5BC06194-D1BA-4989-8D34-9F925D49009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F45D30B-E77F-4699-A5A3-4FEFB0C8E3A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1">
            <a:extLst>
              <a:ext uri="{957C5B4E-48D7-4E1B-95A3-824C595633F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BADE175-DC40-4B77-9278-93386F2C1B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602232C-01FA-41C0-B155-127C0CDC2D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0481C47-E8A6-4140-A3E8-ED8A9723A97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D5CA07C1-EEAC-4AC3-A5FE-5A9ECC8455FE}" type="datetime4">
              <a:t>December 5, 2025</a:t>
            </a:fld>
            <a:endParaRPr lang="en-US" dirty="0"/>
          </a:p>
        </p:txBody>
      </p:sp>
    </p:spTree>
    <p:extLst>
      <p:ext uri="{64C6FCFF-BDA2-4245-B0AD-E10584436E51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C3EB95F7-35F1-478A-A50E-5BA9983E79A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EB42856-5E46-42BC-A536-1652D59C4BED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C2BDBC39-DA3E-4762-A58B-BC4590B000E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2AB13CD-9C2A-4482-BF62-1D2A9C40680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37958906-F1E5-4AF4-A617-B2020ACBE3E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712BA7-B900-4F3E-9FA3-70898FE4554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1650380"/>
            <a:ext cx="3581545" cy="2834630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2pPr>
            <a:lvl3pPr marL="914400" lvl="2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3pPr>
            <a:lvl4pPr marL="1371600" lvl="3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4pPr>
            <a:lvl5pPr marL="1828800" lvl="4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752710A3-F490-49F1-A968-6F99D5CFB67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7FA8B88-EE7D-4ECC-9CBF-BC48C2CF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B5C9D3E8-5869-47AC-8121-5897D6422D94}" type="slidenum"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0014FB1F-9AD9-4B8A-9155-0DBEAB01EA3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EB768ED-BC36-493A-B5AE-6A5C83EB1CC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933803" y="1650380"/>
            <a:ext cx="3581545" cy="2834630"/>
          </a:xfrm>
        </p:spPr>
        <p:txBody>
          <a:bodyPr rtlCol="0">
            <a:noAutofit/>
          </a:bodyPr>
          <a:lstStyle>
            <a:lvl1pPr lvl="0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1pPr>
            <a:lvl2pPr lvl="1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2pPr>
            <a:lvl3pPr lvl="2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3pPr>
            <a:lvl4pPr lvl="3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4pPr>
            <a:lvl5pPr lvl="4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9D842660-08B1-4D9D-A472-4203D7007E6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FF62466-201B-4899-8F48-D660856BD55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1">
            <a:extLst>
              <a:ext uri="{20B2A00A-A44E-4335-AAB0-A44B23A90B8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D92A05-4A67-441C-8C30-3F1A3852A3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5811EBF0-DCC3-4FCA-9DBF-00C1829486D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A2A96CA-6BE4-4C3A-B813-73E81FBDE99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6F97A863-A044-477F-A81F-E293BDC05B89}" type="datetime4">
              <a:t>December 5, 2025</a:t>
            </a:fld>
            <a:endParaRPr lang="en-US" dirty="0"/>
          </a:p>
        </p:txBody>
      </p:sp>
    </p:spTree>
    <p:extLst>
      <p:ext uri="{F4F9962C-1BD1-42F6-8C09-C9597C3CD9B2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260EECDD-F6E4-44EE-B8FD-8B1212F5E15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6BFE8BA-DD66-49CD-ADC7-490A16FFD6D4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6D07F8ED-3DCF-413B-AF47-B00E9CB3214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62A449B-DAA9-4EFC-B7DC-14E99BC2A82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950EFF64-AFE1-40F9-B96A-DB5AEFB835A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F7F9A8-CCCD-44DB-A0EA-361503DEC5A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1787063"/>
            <a:ext cx="7593675" cy="784306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2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2"/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2"/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Slide Number Placeholder 5">
            <a:extLst>
              <a:ext uri="{71E4ED18-7C19-4A70-BE23-B7044DE7C2B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9306AA8-B617-4D29-B663-867BA8CD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43C44D76-39F9-4FCF-BEC0-7F1C8DC3D36D}" type="slidenum"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3833D65E-D85E-473B-8A01-9B319049391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A935745-4FA0-4EAF-A087-E2C047743963}"/>
              </a:ext>
            </a:extLst>
          </p:cNvPr>
          <p:cNvSpPr/>
          <p:nvPr userDrawn="1"/>
        </p:nvSpPr>
        <p:spPr>
          <a:xfrm>
            <a:off x="921671" y="2697536"/>
            <a:ext cx="2434092" cy="134777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Rectangle 10">
            <a:extLst>
              <a:ext uri="{7D235356-51E1-411C-8868-B64622FB5D1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CE81F89-C849-4BCE-93C4-BA83FAA76AAB}"/>
              </a:ext>
            </a:extLst>
          </p:cNvPr>
          <p:cNvSpPr/>
          <p:nvPr userDrawn="1"/>
        </p:nvSpPr>
        <p:spPr>
          <a:xfrm>
            <a:off x="3501463" y="2697536"/>
            <a:ext cx="2434092" cy="134777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11">
            <a:extLst>
              <a:ext uri="{8A0F98C0-7D51-413E-8CD4-D10ABEF41FB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190C13C-80A3-4F9D-ACB1-CCEA4985721A}"/>
              </a:ext>
            </a:extLst>
          </p:cNvPr>
          <p:cNvSpPr/>
          <p:nvPr userDrawn="1"/>
        </p:nvSpPr>
        <p:spPr>
          <a:xfrm>
            <a:off x="6081254" y="2697536"/>
            <a:ext cx="2434092" cy="134777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13">
            <a:extLst>
              <a:ext uri="{7770EA05-6DBC-4197-8E38-1132402239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A685CE3-D665-485E-9B53-33928C19579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74617" y="2877098"/>
            <a:ext cx="2105552" cy="940593"/>
          </a:xfrm>
        </p:spPr>
        <p:txBody>
          <a:bodyPr rtlCol="0">
            <a:noAutofit/>
          </a:bodyPr>
          <a:lstStyle>
            <a:lvl1pPr marL="0" lvl="0" indent="0"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13">
            <a:extLst>
              <a:ext uri="{3742393C-8D8F-4F7C-85B5-8523AD23594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0AF9DAD-09F5-445D-8816-40D68D8E98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666092" y="2877098"/>
            <a:ext cx="2105552" cy="940593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Text Placeholder 13">
            <a:extLst>
              <a:ext uri="{C05D25D6-6C99-4482-A644-6AE62E1A9E3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91C7DBE-7A4A-4802-9A7A-F18764E02F8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45524" y="2877098"/>
            <a:ext cx="2105552" cy="940593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Picture Placeholder 11">
            <a:extLst>
              <a:ext uri="{A46601F4-DDE4-46A0-AA43-17A82DDB6DD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3E328E9-223B-49FD-9502-7E8020A8404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">
            <a:extLst>
              <a:ext uri="{832DCE31-48A2-4354-BEF6-392774D761D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540A598-7E85-47F2-BEC3-8089BD4A17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67769900-EC02-4280-B75B-876A88BCE1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092F8B4-2B78-40A6-9364-3A6CF97F854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F8E65D74-D6E6-4A84-91A9-F03EBCBD67C2}" type="datetime4">
              <a:t>December 5, 2025</a:t>
            </a:fld>
            <a:endParaRPr lang="en-US" dirty="0"/>
          </a:p>
        </p:txBody>
      </p:sp>
    </p:spTree>
    <p:extLst>
      <p:ext uri="{761B72C8-D9A5-43C5-B7E7-1C81381AD1F9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154EA19C-CA15-4559-98FD-369A1E0400E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F691A16-A45D-4A6B-9E6C-A59D06776E65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2CED6B5A-EB0B-438C-8507-E41BC37F14B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1A7CFEC-A202-4A29-B731-B5CA27C4765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66BB8C79-5CCE-4483-8851-8BC1DE24620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F3976ED-7A59-4A4F-8704-57F9AB586D5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39326" y="1738569"/>
            <a:ext cx="2717877" cy="2558132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2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2"/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2"/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Slide Number Placeholder 5">
            <a:extLst>
              <a:ext uri="{9A28DB0B-4DDF-4AB0-8FB5-A51FDC8AF79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EECE21D-6AD5-4A3C-B97D-07209B15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E1D9C40B-9D93-4269-AD7A-9552671800E3}" type="slidenum"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2336B069-4C4E-4D27-853C-36CAE02976F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D59F361-BFF3-4E00-8EF6-E6A05AEC0A0C}"/>
              </a:ext>
            </a:extLst>
          </p:cNvPr>
          <p:cNvSpPr/>
          <p:nvPr userDrawn="1"/>
        </p:nvSpPr>
        <p:spPr>
          <a:xfrm>
            <a:off x="3832088" y="1633470"/>
            <a:ext cx="4685794" cy="85892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B47BFF4C-6921-45B5-8111-8B22D7A1EFA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CA63DB4-0CBC-462E-A993-48DFC4CE0005}"/>
              </a:ext>
            </a:extLst>
          </p:cNvPr>
          <p:cNvSpPr/>
          <p:nvPr userDrawn="1"/>
        </p:nvSpPr>
        <p:spPr>
          <a:xfrm>
            <a:off x="3832088" y="2567159"/>
            <a:ext cx="4685794" cy="8589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11">
            <a:extLst>
              <a:ext uri="{FBF53CF0-0DD8-4B52-8F86-CD9E3A43288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4917BE-25A9-447A-A724-787315B54276}"/>
              </a:ext>
            </a:extLst>
          </p:cNvPr>
          <p:cNvSpPr/>
          <p:nvPr userDrawn="1"/>
        </p:nvSpPr>
        <p:spPr>
          <a:xfrm>
            <a:off x="3821125" y="3512239"/>
            <a:ext cx="4685794" cy="85892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13">
            <a:extLst>
              <a:ext uri="{FE7A9275-CAF5-4327-8EF7-F4E716C6EAE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BE655F3-3068-4474-83BF-E82FFEB48F2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032008" y="1813036"/>
            <a:ext cx="4310279" cy="476250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13">
            <a:extLst>
              <a:ext uri="{206B13C7-2653-4CB9-A65B-4AC1F1C5C7E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000869A-D089-4B34-AD01-D3D49F66A65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686" y="2746724"/>
            <a:ext cx="4310279" cy="476250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Text Placeholder 13">
            <a:extLst>
              <a:ext uri="{3EA6C34D-5F2A-4540-9C74-B3D2D45F8C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51AFBC3-7D29-43DF-931C-256543B08EA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032370" y="3691804"/>
            <a:ext cx="4310279" cy="476250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Picture Placeholder 11">
            <a:extLst>
              <a:ext uri="{DFF52C87-1031-4684-A36C-47F3D0A2D56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9C20CAE-5423-40DF-B682-4F5A24FFA1DF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">
            <a:extLst>
              <a:ext uri="{00C392F5-E23C-4A86-A47A-AF7BCC607D9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04EF757-F4FE-4819-BE38-DCB8364C677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F0E9F6BA-862A-48A1-8F28-E28682F788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84E768C-65E1-4FEC-BDA0-5F72715D2D3A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3DB405AF-111C-479E-BDCC-87C52E3B8890}" type="datetime4">
              <a:t>December 5, 2025</a:t>
            </a:fld>
            <a:endParaRPr lang="en-US" dirty="0"/>
          </a:p>
        </p:txBody>
      </p:sp>
    </p:spTree>
    <p:extLst>
      <p:ext uri="{D42717CF-C320-47B3-9EAE-9CD529245558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7511DDB9-E0B3-4D03-9EE5-EE98E9B13DF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F12B2C8-3B1F-42D7-AB1F-2E3605D7E8F2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3">
            <a:extLst>
              <a:ext uri="{5E26AEB3-7104-422A-8865-B0A984E858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4D904D7-9382-4296-8A5F-F5B0F8A50004}"/>
              </a:ext>
            </a:extLst>
          </p:cNvPr>
          <p:cNvSpPr/>
          <p:nvPr userDrawn="1"/>
        </p:nvSpPr>
        <p:spPr>
          <a:xfrm>
            <a:off x="3950117" y="1657069"/>
            <a:ext cx="4565230" cy="262766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43B1B06E-35BC-4563-88DD-443432C0EF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B5188C8-1A29-4416-8DA2-960E1789334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Content Placeholder 2">
            <a:extLst>
              <a:ext uri="{C2EE6916-07B7-4AAF-9CF3-DE8995C8971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D048C3-F255-4094-AE26-B4833056F69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3" y="1905674"/>
            <a:ext cx="2810778" cy="2518646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2pPr>
            <a:lvl3pPr marL="914400" lvl="2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3pPr>
            <a:lvl4pPr marL="1371600" lvl="3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4pPr>
            <a:lvl5pPr marL="1828800" lvl="4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9CFDFBFB-AA2E-4934-8BF9-8E158CA8CCE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CA481B7-062F-49A5-8B28-99C5740A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3FD8A36F-A420-404C-AF31-754B933625A0}" type="slidenum"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427A0229-848E-49A0-BC70-83FEB4F59A8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E5CF838-8F9C-4FE6-BEAE-DE2B153F7D9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22752" y="1905674"/>
            <a:ext cx="3999575" cy="2160573"/>
          </a:xfrm>
        </p:spPr>
        <p:txBody>
          <a:bodyPr rtlCol="0">
            <a:noAutofit/>
          </a:bodyPr>
          <a:lstStyle>
            <a:lvl1pPr marL="342900" lvl="0" indent="-34290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1pPr>
            <a:lvl2pPr marL="742950" lvl="1" indent="-28575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2pPr>
            <a:lvl3pPr marL="1143000" lvl="2" indent="-22860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3pPr>
            <a:lvl4pPr marL="1600200" lvl="3" indent="-22860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4pPr>
            <a:lvl5pPr marL="2057400" lvl="4" indent="-22860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B522A40D-7DE7-4D3D-8923-FAAC7DF85C6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FB1E743-E12E-4724-A06E-6C8DFF13A51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1">
            <a:extLst>
              <a:ext uri="{813BC616-0816-4FA2-939B-E5A428DBD2F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8DDC591-0317-4510-9429-A59071520D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0" name="Date Placeholder 1">
            <a:extLst>
              <a:ext uri="{6147C3ED-5E83-42D2-A8BC-7C70ABDD570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E0A8461-80D1-4CCF-8BCA-E999F5CC75B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D34C3B63-FF6B-4929-AF94-494037E5C918}" type="datetime4">
              <a:t>December 5, 2025</a:t>
            </a:fld>
            <a:endParaRPr lang="en-US" dirty="0"/>
          </a:p>
        </p:txBody>
      </p:sp>
    </p:spTree>
    <p:extLst>
      <p:ext uri="{6D6C02D1-76C4-4668-BB9F-F59591B45E8D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E4AD4A6D-8202-430A-849E-06A9FF57E4A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FC469E6-18F7-4F6B-AB82-D289E16EF555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AA299A41-1732-4440-A94C-EA72CF61B36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9A747A5-1310-4E2B-A0C6-F955EAB6DA5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72ADCFCB-D09C-4B98-A0D1-DAAC7ECB01D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A5C3D82-DFA0-481F-AD23-30F181D9E76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32916" y="1655787"/>
            <a:ext cx="7593675" cy="666320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2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2"/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2"/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Slide Number Placeholder 5">
            <a:extLst>
              <a:ext uri="{6B5F4E57-C426-4D2A-A9A0-3E003FC8477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5908ABF-CF22-4A95-81F7-00A73B17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7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1B133029-AC0F-4364-BC68-CC0D27AA8A46}" type="slidenum"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52F723A6-D5C9-4BEE-BDC9-DDEFEE02D47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57125E5-F168-4896-B4F3-1B8FC4456F2A}"/>
              </a:ext>
            </a:extLst>
          </p:cNvPr>
          <p:cNvSpPr/>
          <p:nvPr userDrawn="1"/>
        </p:nvSpPr>
        <p:spPr>
          <a:xfrm flipV="1">
            <a:off x="921673" y="3281221"/>
            <a:ext cx="7593675" cy="4395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 Placeholder 13">
            <a:extLst>
              <a:ext uri="{E97B25DE-29CE-418F-B6FC-D73FEFF06CA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1B90FE2-32AF-4B1E-B969-EB3E3BB9D8E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932916" y="3396957"/>
            <a:ext cx="1930769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13">
            <a:extLst>
              <a:ext uri="{7B984887-5D7C-4B5F-8132-B0DB48E05A5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55EA5BC-C028-4EB0-94E1-6F44321CDE4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32916" y="2816628"/>
            <a:ext cx="1263176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9" name="Text Placeholder 13">
            <a:extLst>
              <a:ext uri="{9A0AA033-B703-4F37-93C5-A3F3558BACD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45BB1AA-B483-4937-83B0-445384FC274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566874" y="3396957"/>
            <a:ext cx="1930769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13">
            <a:extLst>
              <a:ext uri="{65075BDE-743B-4FFF-A644-F252403E97D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05CDA9D-C415-4860-BCC8-0E186D09D88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566874" y="2816628"/>
            <a:ext cx="1263176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11" name="Text Placeholder 13">
            <a:extLst>
              <a:ext uri="{E1BBB627-F48E-4258-AAC8-E8185187C89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F63B3A7-43A7-4A1C-9A4A-7738A33C31B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15869" y="3396957"/>
            <a:ext cx="1930769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13">
            <a:extLst>
              <a:ext uri="{0B74C4CC-2F01-491D-BA0E-EE9F9345D12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6C3C86E-1EA0-489E-9552-191D2B2A5FE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15869" y="2816628"/>
            <a:ext cx="1263176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13" name="Rectangle 20">
            <a:extLst>
              <a:ext uri="{1AD2B05C-4B6A-4EC4-A0F1-590EF97FF23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D4758D2-BF6F-43ED-9698-E7FD43D1F460}"/>
              </a:ext>
            </a:extLst>
          </p:cNvPr>
          <p:cNvSpPr/>
          <p:nvPr userDrawn="1"/>
        </p:nvSpPr>
        <p:spPr>
          <a:xfrm flipV="1">
            <a:off x="921673" y="3196305"/>
            <a:ext cx="34289" cy="12887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21">
            <a:extLst>
              <a:ext uri="{4B44E93B-1827-459C-93C0-9DA08856555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F588A04-A3CC-4118-A473-05B19491DA63}"/>
              </a:ext>
            </a:extLst>
          </p:cNvPr>
          <p:cNvSpPr/>
          <p:nvPr userDrawn="1"/>
        </p:nvSpPr>
        <p:spPr>
          <a:xfrm flipV="1">
            <a:off x="3555630" y="3196305"/>
            <a:ext cx="34289" cy="12887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22">
            <a:extLst>
              <a:ext uri="{A8507EE7-BD7B-4E83-91A3-BC4AF44D604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55A0861-C078-407E-89A5-BD1926E0989A}"/>
              </a:ext>
            </a:extLst>
          </p:cNvPr>
          <p:cNvSpPr/>
          <p:nvPr userDrawn="1"/>
        </p:nvSpPr>
        <p:spPr>
          <a:xfrm flipV="1">
            <a:off x="6098552" y="3196305"/>
            <a:ext cx="34289" cy="12887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Picture Placeholder 15">
            <a:extLst>
              <a:ext uri="{8F15E759-2D51-483D-94EE-8A3BC0489A9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A2ADAB-D399-45CD-87C2-3B21C5BD38B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ooter Placeholder 1">
            <a:extLst>
              <a:ext uri="{9CBCB2AC-626E-451F-B05C-F5BF7CB4B16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3846B5D-5B0F-4881-9EC3-7C96A9AE228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8" name="Date Placeholder 1">
            <a:extLst>
              <a:ext uri="{1121C3FD-77F9-4180-AB5D-F61002125D1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D5E7BB0-3FF5-453B-B77B-7070E66FC409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346F3E7-8C34-4ED1-A36A-8932BAC00FFC}" type="datetime4">
              <a:t>December 5, 2025</a:t>
            </a:fld>
            <a:endParaRPr lang="en-US" dirty="0"/>
          </a:p>
        </p:txBody>
      </p:sp>
    </p:spTree>
    <p:extLst>
      <p:ext uri="{36C66835-2CD6-4372-A5A9-3C08FC179C0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0D9DEDED-9D57-4D60-AF12-51FBF4BE908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ED2FE0A-E74A-4625-A88C-75EAACEFDF89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B3D0D5CC-DA8F-4A46-A38A-201B7ED1B3E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80DC21E-A2FE-44FD-A500-F3D3E7C9DF4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Slide Number Placeholder 5">
            <a:extLst>
              <a:ext uri="{8738737C-0A87-4651-88AE-3A7E31633E5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AB5E0C9-3467-443F-B99B-85D097E2C8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F27E2877-970F-49F4-95E9-6C9B77E23BCD}" type="slidenum">
              <a:t>‹#›</a:t>
            </a:fld>
            <a:endParaRPr lang="en-US" dirty="0"/>
          </a:p>
        </p:txBody>
      </p:sp>
      <p:sp>
        <p:nvSpPr>
          <p:cNvPr id="5" name="Picture Placeholder 10">
            <a:extLst>
              <a:ext uri="{8D3BAB12-0561-48CB-A037-FE26E1C69E2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DCDA492-29FE-4355-A2DA-2D05F82E4A9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921673" y="1487984"/>
            <a:ext cx="2464843" cy="2856404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6" name="Picture Placeholder 10">
            <a:extLst>
              <a:ext uri="{894A6349-F3F3-4E55-95A4-FF30AC63F51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6D3F494-098B-43FD-A73F-0B3FE136F0F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655770" y="1487984"/>
            <a:ext cx="2464843" cy="2856404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7" name="Picture Placeholder 10">
            <a:extLst>
              <a:ext uri="{4D35AD25-995E-4845-8249-50D9ED5DE1D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05C9E39-CC1E-4DD7-8477-0802C5B4A3B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389866" y="3016306"/>
            <a:ext cx="2125482" cy="1328082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8" name="Picture Placeholder 10">
            <a:extLst>
              <a:ext uri="{A7B200EB-EC0F-4EAF-9F2F-2BD25997D5E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3B66189-7CCF-4AB8-A71A-C9A28F2EFA0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89866" y="1492980"/>
            <a:ext cx="2125482" cy="1328082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9" name="Picture Placeholder 8">
            <a:extLst>
              <a:ext uri="{0558F39D-EF80-4618-BBB2-639E74102B4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CAD926C-2A07-495A-AD92-53C986CFC80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Footer Placeholder 1">
            <a:extLst>
              <a:ext uri="{D99ED412-5C43-4485-BAD7-7922FC7E85D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AC5D8E3-B28B-4E13-B0DA-54323007872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1" name="Date Placeholder 1">
            <a:extLst>
              <a:ext uri="{9B8AE085-788F-4D7B-B153-1FFF8B3416A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51DAE37-20F9-411C-BB70-90895FA14E5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7E8FC2FC-3B99-46A8-AC96-F6AC4846A8CD}" type="datetime4">
              <a:t>December 5, 2025</a:t>
            </a:fld>
            <a:endParaRPr lang="en-US" dirty="0"/>
          </a:p>
        </p:txBody>
      </p:sp>
    </p:spTree>
    <p:extLst>
      <p:ext uri="{E7C1B1AF-6C71-4FC0-845E-619B9DF2CB78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BE52C0F0-89B8-44E1-B1BE-CEA83E292EF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AB4E96A-0C02-4A04-A9D4-02349F774E06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284936F9-D8C3-47AE-B55C-51CAA908EBD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2B30A9-0AFF-4FED-9867-338E28E839F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Slide Number Placeholder 5">
            <a:extLst>
              <a:ext uri="{603C4012-4A48-4040-B712-F4896D6C261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A43C955-7BA5-4CFF-8065-AC0908B25F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20CC7AFC-AB5D-4829-956F-25740FAA5BDC}" type="slidenum">
              <a:t>‹#›</a:t>
            </a:fld>
            <a:endParaRPr lang="en-US" dirty="0"/>
          </a:p>
        </p:txBody>
      </p:sp>
      <p:sp>
        <p:nvSpPr>
          <p:cNvPr id="5" name="Picture Placeholder 10">
            <a:extLst>
              <a:ext uri="{DC28EBBE-0BBB-44FF-86B5-9B784AA02D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C799767-3069-49D8-AEDB-1A538547F4EA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419333" y="1675013"/>
            <a:ext cx="1851871" cy="1237007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6" name="Text Placeholder 13">
            <a:extLst>
              <a:ext uri="{192D43B8-2918-4ACD-A2AC-7FFD96DEF53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9175503-1EB0-4E58-B7E2-3DB04E80AF9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419334" y="3483548"/>
            <a:ext cx="1860121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 Placeholder 13">
            <a:extLst>
              <a:ext uri="{233F7390-0235-4193-A806-DA4FB32740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129FAFA-5616-4DA7-9B0F-E512DCFDF8A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9333" y="3018773"/>
            <a:ext cx="1851871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Picture Placeholder 10">
            <a:extLst>
              <a:ext uri="{CC5694DF-2419-43B1-9A36-AADC5F627A5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0811D21-2E5D-4ADA-8C88-28951B38FABB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549562" y="1675013"/>
            <a:ext cx="1851871" cy="1237007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9" name="Text Placeholder 13">
            <a:extLst>
              <a:ext uri="{CF08B4F1-D7B5-4310-89CC-23ECDAB5F54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1746C2D-1B02-46FC-8E00-0FB09CC153B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549563" y="3483548"/>
            <a:ext cx="1860121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13">
            <a:extLst>
              <a:ext uri="{3865D66D-0C60-4FEE-AF98-15C221F0633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4A5042D-8E0A-4953-8959-93CE98AA33D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549562" y="3018773"/>
            <a:ext cx="1851871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Picture Placeholder 10">
            <a:extLst>
              <a:ext uri="{D62C785B-1FB4-4D13-9F55-3B18AAA46C3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5A695A1-86DE-4531-9FA9-63870002A81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5692434" y="1675013"/>
            <a:ext cx="1851871" cy="1237007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2" name="Text Placeholder 13">
            <a:extLst>
              <a:ext uri="{F20FB725-2329-4ABD-BA86-FFEDD1DE257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1BBEF49-A48A-4E3F-82DA-F49FF1EE8BE1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692434" y="3483548"/>
            <a:ext cx="1860121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13">
            <a:extLst>
              <a:ext uri="{5CF7BE96-DF2E-4BC3-A2E0-4C2117182BE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598E1F4-45FA-444A-990A-0750D2342411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692434" y="3018773"/>
            <a:ext cx="1851871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Picture Placeholder 13">
            <a:extLst>
              <a:ext uri="{B96B449F-91C9-4E95-850B-1C1A0447FA5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FF35F9B-41E0-4AB6-BBDE-AA77CD480455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Footer Placeholder 1">
            <a:extLst>
              <a:ext uri="{A31F9530-E8CB-4A81-BA3A-4050CDA286B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B70F209-5C15-4B57-9DE5-FC229B6C65D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6" name="Date Placeholder 1">
            <a:extLst>
              <a:ext uri="{0122CAC5-8274-41F4-B911-B031F760E3D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E0AC55C-0505-4764-8945-285D68283F7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13DF9CD8-411F-420B-B59C-809444CFC8D1}" type="datetime4">
              <a:t>December 5, 2025</a:t>
            </a:fld>
            <a:endParaRPr lang="en-US" dirty="0"/>
          </a:p>
        </p:txBody>
      </p:sp>
    </p:spTree>
    <p:extLst>
      <p:ext uri="{87B9CFBB-42FF-4895-880C-D3B3B5EF8EC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3A44FE5-C168-4AE7-A23F-513AB63C641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4B4FFAA-C39C-4D69-BDD3-50BBA38BAD4E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A28C4E5D-5F42-4093-840E-2CDB8102352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9F9D32C-4A92-41C4-8688-D2A55FAF113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572C11E5-E1EE-4D68-A36B-5444C89AC29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525979A-A450-41DC-9AF0-30474E43E58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818352" y="2052538"/>
            <a:ext cx="2696996" cy="1929535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6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2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2"/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2"/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Slide Number Placeholder 5">
            <a:extLst>
              <a:ext uri="{5484B700-9379-4EA5-BB19-A293824145B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3C5613-CE48-4E1A-87D5-8809C8B7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01A820DA-9174-4D0C-BBB2-D0AD7CC360DB}" type="slidenum"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E0EFD609-0644-472E-BEE6-2FB4BF5B4A8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8E73FB4-597D-4CC9-95E4-5BAD21F61DA4}"/>
              </a:ext>
            </a:extLst>
          </p:cNvPr>
          <p:cNvSpPr/>
          <p:nvPr userDrawn="1"/>
        </p:nvSpPr>
        <p:spPr>
          <a:xfrm>
            <a:off x="932638" y="2052538"/>
            <a:ext cx="4685794" cy="58642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 Placeholder 13">
            <a:extLst>
              <a:ext uri="{77B8BC77-9EF4-4003-9315-60BCC28A5C9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C27B7FF-86F6-45C5-8839-AEC28429AD1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32559" y="2177822"/>
            <a:ext cx="4310279" cy="335858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6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Rectangle 12">
            <a:extLst>
              <a:ext uri="{505D39B3-9FE2-41B4-9017-A627BF0FC8E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FCFBBB7-757C-45C2-9E00-7A60B29CC91E}"/>
              </a:ext>
            </a:extLst>
          </p:cNvPr>
          <p:cNvSpPr/>
          <p:nvPr userDrawn="1"/>
        </p:nvSpPr>
        <p:spPr>
          <a:xfrm>
            <a:off x="932638" y="2720131"/>
            <a:ext cx="4685794" cy="58642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13">
            <a:extLst>
              <a:ext uri="{061F4BF5-4551-4E5B-909D-D84E3F3D23D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FBCB4B3-2087-4594-A32F-FF653486367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32559" y="2845415"/>
            <a:ext cx="4310279" cy="335858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6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Rectangle 17">
            <a:extLst>
              <a:ext uri="{891BA7F6-8864-49BC-B605-069E9546727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826DB60-3BB1-4767-BEE3-09C83C6115E5}"/>
              </a:ext>
            </a:extLst>
          </p:cNvPr>
          <p:cNvSpPr/>
          <p:nvPr userDrawn="1"/>
        </p:nvSpPr>
        <p:spPr>
          <a:xfrm>
            <a:off x="932638" y="3395646"/>
            <a:ext cx="4685794" cy="58642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 Placeholder 13">
            <a:extLst>
              <a:ext uri="{8173703A-D4A0-4D37-A964-C24DA80ABDF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B4C0352-1839-405A-B11F-7B8BA572A27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132559" y="3520930"/>
            <a:ext cx="4310279" cy="335858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6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Picture Placeholder 11">
            <a:extLst>
              <a:ext uri="{62CD188D-1C54-4599-861E-82CCB2918D0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B3EB5C4-B5B9-499B-A263-253601EBF59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">
            <a:extLst>
              <a:ext uri="{CB31873B-F429-4E2A-A6CB-ABEDE3708E7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8AB0CB3-9DA0-4E4D-86D5-A9D768B9B5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2E335ECC-7529-4911-9B79-AA686B13C98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D76ECEC-6814-467A-9F25-02000B13BBD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20128437-6D32-4D21-BB2F-FD23B5361015}" type="datetime4">
              <a:t>December 5, 2025</a:t>
            </a:fld>
            <a:endParaRPr lang="en-US" dirty="0"/>
          </a:p>
        </p:txBody>
      </p:sp>
    </p:spTree>
    <p:extLst>
      <p:ext uri="{95F32AC5-F497-40EF-BB1D-FE09DF721DB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94FFBEE3-7EDD-4745-922E-E5F0C921448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A494797-5C89-4C1B-A3E8-8F6040A320C0}"/>
              </a:ext>
            </a:extLst>
          </p:cNvPr>
          <p:cNvSpPr/>
          <p:nvPr userDrawn="1"/>
        </p:nvSpPr>
        <p:spPr>
          <a:xfrm>
            <a:off x="431373" y="794138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B2FD8435-B3A6-4A69-9A82-D573301D906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C2C098A-B783-4FF4-843E-21FBC24D079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51534" y="1161606"/>
            <a:ext cx="4333783" cy="1163589"/>
          </a:xfrm>
        </p:spPr>
        <p:txBody>
          <a:bodyPr rtlCol="0" anchor="t">
            <a:noAutofit/>
          </a:bodyPr>
          <a:lstStyle>
            <a:lvl1pPr lvl="0" algn="l">
              <a:lnSpc>
                <a:spcPct val="100000"/>
              </a:lnSpc>
              <a:defRPr lang="en-US" sz="36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Rectangle 7">
            <a:extLst>
              <a:ext uri="{61329A55-5E64-46D4-89AE-B74A9ADA1CC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0E77E1C-B688-4ED3-B4AA-0B690EE3D3C5}"/>
              </a:ext>
            </a:extLst>
          </p:cNvPr>
          <p:cNvSpPr/>
          <p:nvPr userDrawn="1"/>
        </p:nvSpPr>
        <p:spPr>
          <a:xfrm>
            <a:off x="431373" y="2818304"/>
            <a:ext cx="4565230" cy="120061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28DFE240-C297-40DD-B758-5ADDFB461D1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4A2A697-F68E-44F8-A667-117F59497D5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1534" y="3101272"/>
            <a:ext cx="3999575" cy="810691"/>
          </a:xfrm>
        </p:spPr>
        <p:txBody>
          <a:bodyPr rtlCol="0">
            <a:noAutofit/>
          </a:bodyPr>
          <a:lstStyle>
            <a:lvl1pPr marL="0" lvl="0" indent="0">
              <a:buNone/>
              <a:defRPr lang="en-US" sz="2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6" name="Picture Placeholder 5">
            <a:extLst>
              <a:ext uri="{5F30B6D0-12BC-4AC6-8054-1782AD72FAE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70D8A9E-70FF-4D1F-A9E9-E75208E92C51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31377" y="4610100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1">
            <a:extLst>
              <a:ext uri="{39143F06-E3F3-494B-A456-51BB4B2A513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5C9195A-A17D-4B8F-85B6-9A4B159543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52FDFBF0-2643-4228-A751-C045909EC3C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C119BB7-1987-445F-B928-3BA632004C4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9" name="Slide Number Placeholder 5">
            <a:extLst>
              <a:ext uri="{46D0DC77-724B-43F9-B4B3-493DD794641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BCB6368-318D-445A-A94C-3BF13FD4BFA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1D41BC17-3A83-4DB9-98AF-34C34E53C712}" type="slidenum">
              <a:t>‹#›</a:t>
            </a:fld>
            <a:endParaRPr lang="en-US" dirty="0"/>
          </a:p>
        </p:txBody>
      </p:sp>
    </p:spTree>
    <p:extLst>
      <p:ext uri="{3FE5C147-BE15-44DB-B89B-B25A3FE8DB3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25DBBC89-9C52-425D-99CF-005B75B452D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F29474A-A045-406C-8652-9B6668D0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8F360697-4144-4B80-A8A1-0BF210AE41A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FA9672-F8ED-4550-9E8B-50970BD2F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47356DCF-9B7A-4EBA-AF28-DBF637056EE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1B3E9CC-6488-4F65-A07E-96177E93B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AA33D5F0-BB33-4BA2-BDFC-9FC7A25C4F80}" type="slidenum">
              <a:t>‹#›</a:t>
            </a:fld>
            <a:endParaRPr lang="en-US" dirty="0"/>
          </a:p>
        </p:txBody>
      </p:sp>
      <p:sp>
        <p:nvSpPr>
          <p:cNvPr id="5" name="Footer Placeholder 1">
            <a:extLst>
              <a:ext uri="{2735EC54-34C0-46FB-B2D9-AFC12197F4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66213C9-0979-413C-83F0-AE7D13FE4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 Message</a:t>
            </a:r>
          </a:p>
        </p:txBody>
      </p:sp>
      <p:sp>
        <p:nvSpPr>
          <p:cNvPr id="6" name="Date Placeholder 1">
            <a:extLst>
              <a:ext uri="{B221DCE2-99D9-44E6-862B-8E189E2A4CD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0CB414D-0C1E-4AEA-A9BB-CAB4069F1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B2A3D937-68B1-4D8E-95D9-08A1865F6323}" type="datetime4">
              <a:t>December 5, 2025</a:t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000" b="0" dirty="0">
          <a:solidFill>
            <a:schemeClr val="tx1"/>
          </a:solidFill>
          <a:latin typeface="Playfair Display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000" i="0" dirty="0">
          <a:solidFill>
            <a:schemeClr val="tx1"/>
          </a:solidFill>
          <a:latin typeface="Montserrat-ligh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i="0" dirty="0">
          <a:solidFill>
            <a:schemeClr val="tx1"/>
          </a:solidFill>
          <a:latin typeface="Montserrat-ligh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i="0" dirty="0">
          <a:solidFill>
            <a:schemeClr val="tx1"/>
          </a:solidFill>
          <a:latin typeface="Montserrat-ligh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i="0" dirty="0">
          <a:solidFill>
            <a:schemeClr val="tx1"/>
          </a:solidFill>
          <a:latin typeface="Montserrat-ligh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i="0" dirty="0">
          <a:solidFill>
            <a:schemeClr val="tx1"/>
          </a:solidFill>
          <a:latin typeface="Montserrat-ligh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F64ADF9-86CA-4F44-A20B-0D22E218A1D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FD37FD2-73EB-412C-9ECC-4EEC0DFA853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95417" y="1047750"/>
            <a:ext cx="4333783" cy="533400"/>
          </a:xfrm>
        </p:spPr>
        <p:txBody>
          <a:bodyPr rtlCol="0">
            <a:normAutofit fontScale="90000"/>
          </a:bodyPr>
          <a:lstStyle/>
          <a:p>
            <a:r>
              <a:rPr lang="en-US" sz="3100" b="1" dirty="0"/>
              <a:t>Customer Churn Prediction Analysis</a:t>
            </a:r>
            <a:br>
              <a:rPr lang="en-US" sz="2400" dirty="0"/>
            </a:br>
            <a:br>
              <a:rPr lang="en-US" sz="2400" dirty="0"/>
            </a:br>
            <a:r>
              <a:rPr lang="en-IN" sz="1800" dirty="0"/>
              <a:t>HEPro -Business Analytics Internship</a:t>
            </a:r>
            <a:br>
              <a:rPr lang="en-IN" sz="1800" dirty="0"/>
            </a:br>
            <a:r>
              <a:rPr lang="en-IN" sz="1800" dirty="0"/>
              <a:t>Duration – </a:t>
            </a:r>
            <a:r>
              <a:rPr lang="en-IN" sz="2200" dirty="0"/>
              <a:t>2</a:t>
            </a:r>
            <a:r>
              <a:rPr lang="en-IN" sz="1800" dirty="0"/>
              <a:t> Month (November- December 2025)</a:t>
            </a:r>
            <a:endParaRPr lang="en-US" sz="1800" dirty="0"/>
          </a:p>
        </p:txBody>
      </p:sp>
      <p:sp>
        <p:nvSpPr>
          <p:cNvPr id="3" name="Subtitle 2">
            <a:extLst>
              <a:ext uri="{522D0560-1435-4FF0-8B18-1BC787A05AF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E2A57F3-5E3B-4A58-966C-C1219D703549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2971800" y="3714750"/>
            <a:ext cx="2975517" cy="476250"/>
          </a:xfrm>
        </p:spPr>
        <p:txBody>
          <a:bodyPr rtlCol="0">
            <a:normAutofit/>
          </a:bodyPr>
          <a:lstStyle/>
          <a:p>
            <a:r>
              <a:rPr lang="en-IN" sz="1600" b="1" dirty="0"/>
              <a:t>Presented by : Ritu Paul</a:t>
            </a:r>
            <a:endParaRPr lang="en-IN" sz="1600" b="1" dirty="0">
              <a:latin typeface="Montserrat Light" panose="00000400000000000000" pitchFamily="2" charset="0"/>
            </a:endParaRPr>
          </a:p>
          <a:p>
            <a:endParaRPr lang="en-US" sz="1600" dirty="0"/>
          </a:p>
        </p:txBody>
      </p:sp>
      <p:pic>
        <p:nvPicPr>
          <p:cNvPr id="4" name="Picture Placeholder 9">
            <a:extLst>
              <a:ext uri="{1B37AF64-2183-4827-ACAA-15CFE3F8C2F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EED1C65-3CF2-4355-B9E2-084578F2183B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3"/>
          <a:srcRect t="8319" b="8319"/>
          <a:stretch>
            <a:fillRect/>
          </a:stretch>
        </p:blipFill>
        <p:spPr>
          <a:noFill/>
        </p:spPr>
      </p:pic>
      <p:sp>
        <p:nvSpPr>
          <p:cNvPr id="6" name="Slide Number Placeholder 5">
            <a:extLst>
              <a:ext uri="{7F6D703B-562E-418C-9DD1-CD537769E88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5BD0F2F-BE9F-4C20-952A-C25308C943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A04D6F85-30BA-42A7-A7FF-DB655B341FFB}" type="slidenum">
              <a:rPr/>
              <a:t>1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1DF4A33-7B14-8EEF-18E3-7E958C6F9F50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/>
        </p:blipFill>
        <p:spPr>
          <a:xfrm>
            <a:off x="851535" y="4397435"/>
            <a:ext cx="1967865" cy="491966"/>
          </a:xfrm>
        </p:spPr>
      </p:pic>
    </p:spTree>
    <p:extLst>
      <p:ext uri="{F6F682AB-EF29-413F-9862-CD938382B1EC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2D98-D09E-E15F-375D-209C5A09351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57200" y="409086"/>
            <a:ext cx="4336127" cy="410064"/>
          </a:xfrm>
        </p:spPr>
        <p:txBody>
          <a:bodyPr/>
          <a:lstStyle/>
          <a:p>
            <a:r>
              <a:rPr lang="en-IN" sz="2800" b="1" u="sng" dirty="0">
                <a:latin typeface="+mn-lt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23F3-1177-660B-D81D-6CC392D8AC9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895350"/>
            <a:ext cx="7593677" cy="3810000"/>
          </a:xfrm>
        </p:spPr>
        <p:txBody>
          <a:bodyPr numCol="2"/>
          <a:lstStyle/>
          <a:p>
            <a:r>
              <a:rPr lang="en-US" sz="1200" b="1" dirty="0">
                <a:latin typeface="+mn-lt"/>
              </a:rPr>
              <a:t>Cover Page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Table of Contents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Executive Summary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Introduction</a:t>
            </a:r>
            <a:endParaRPr lang="en-US" sz="1200" dirty="0">
              <a:latin typeface="+mn-lt"/>
            </a:endParaRPr>
          </a:p>
          <a:p>
            <a:pPr lvl="1"/>
            <a:r>
              <a:rPr lang="en-US" sz="1200" dirty="0">
                <a:latin typeface="+mn-lt"/>
              </a:rPr>
              <a:t>What is Customer Churn?</a:t>
            </a:r>
          </a:p>
          <a:p>
            <a:pPr lvl="1"/>
            <a:r>
              <a:rPr lang="en-US" sz="1200" dirty="0">
                <a:latin typeface="+mn-lt"/>
              </a:rPr>
              <a:t>Importance of Churn Prediction</a:t>
            </a:r>
          </a:p>
          <a:p>
            <a:pPr lvl="1"/>
            <a:r>
              <a:rPr lang="en-US" sz="1200" dirty="0">
                <a:latin typeface="+mn-lt"/>
              </a:rPr>
              <a:t>Business Impact</a:t>
            </a:r>
          </a:p>
          <a:p>
            <a:pPr lvl="1"/>
            <a:r>
              <a:rPr lang="en-US" sz="1200" dirty="0">
                <a:latin typeface="+mn-lt"/>
              </a:rPr>
              <a:t>Problem Statement</a:t>
            </a:r>
          </a:p>
          <a:p>
            <a:r>
              <a:rPr lang="en-US" sz="1200" b="1" dirty="0">
                <a:latin typeface="+mn-lt"/>
              </a:rPr>
              <a:t>Project Goals &amp; Objectives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Daily Work Log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Project Development Phase</a:t>
            </a:r>
          </a:p>
          <a:p>
            <a:pPr lvl="1"/>
            <a:r>
              <a:rPr lang="en-US" sz="1200" dirty="0">
                <a:latin typeface="+mn-lt"/>
              </a:rPr>
              <a:t>Dataset Description</a:t>
            </a:r>
          </a:p>
          <a:p>
            <a:pPr lvl="1"/>
            <a:r>
              <a:rPr lang="en-US" sz="1200" dirty="0">
                <a:latin typeface="+mn-lt"/>
              </a:rPr>
              <a:t>Data Preprocessing</a:t>
            </a:r>
          </a:p>
          <a:p>
            <a:pPr lvl="1"/>
            <a:r>
              <a:rPr lang="en-US" sz="1200" dirty="0">
                <a:latin typeface="+mn-lt"/>
              </a:rPr>
              <a:t>Exploratory Data Analysis (EDA)</a:t>
            </a:r>
          </a:p>
          <a:p>
            <a:pPr lvl="1"/>
            <a:r>
              <a:rPr lang="en-US" sz="1200" dirty="0">
                <a:latin typeface="+mn-lt"/>
              </a:rPr>
              <a:t>Model Development</a:t>
            </a:r>
          </a:p>
          <a:p>
            <a:pPr lvl="1"/>
            <a:r>
              <a:rPr lang="en-US" sz="1200" dirty="0">
                <a:latin typeface="+mn-lt"/>
              </a:rPr>
              <a:t>Model Evaluation</a:t>
            </a:r>
          </a:p>
          <a:p>
            <a:r>
              <a:rPr lang="en-US" sz="1200" b="1" dirty="0">
                <a:latin typeface="+mn-lt"/>
              </a:rPr>
              <a:t>Final Insights &amp; Recommendations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Project Conclusion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Challenges &amp; Solutions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Learnings &amp; Key Takeaways</a:t>
            </a:r>
            <a:endParaRPr lang="en-US" sz="1200" dirty="0">
              <a:latin typeface="+mn-lt"/>
            </a:endParaRPr>
          </a:p>
          <a:p>
            <a:r>
              <a:rPr lang="en-US" sz="1200" b="1" dirty="0">
                <a:latin typeface="+mn-lt"/>
              </a:rPr>
              <a:t>References</a:t>
            </a:r>
            <a:endParaRPr lang="en-US" sz="1200" dirty="0">
              <a:latin typeface="+mn-lt"/>
            </a:endParaRPr>
          </a:p>
          <a:p>
            <a:pPr marL="0" indent="0">
              <a:buNone/>
            </a:pPr>
            <a:endParaRPr lang="en-IN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CE421-287F-17CC-64C8-B2A6DD7D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F3D6-17F1-458D-AC68-F48DC85043E0}" type="slidenum">
              <a:rPr lang="en-IN" smtClean="0"/>
              <a:t>2</a:t>
            </a:fld>
            <a:endParaRPr lang="en-I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5DBF5FD-304A-150B-58C4-CC746B7F7DBB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92AFB-2DC8-7B12-2CE3-BE7EF247F4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9C267-AD0D-4EA5-FE90-0A69BD5DEF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2B3787D-BD37-4550-B55B-295643D2736C}" type="datetime4">
              <a:rPr lang="en-US" smtClean="0"/>
              <a:t>December 5,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2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7">
            <a:extLst>
              <a:ext uri="{A0657A1E-4A67-4D9E-8B10-B0C4BB667F5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99AFE66-F262-4A95-9B12-32BB5FC5F077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51534" y="1428750"/>
            <a:ext cx="6058039" cy="2743200"/>
          </a:xfrm>
        </p:spPr>
        <p:txBody>
          <a:bodyPr rtlCol="0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Purpose of analysis</a:t>
            </a:r>
            <a:r>
              <a:rPr lang="en-US" dirty="0"/>
              <a:t>: </a:t>
            </a:r>
            <a:r>
              <a:rPr lang="en-US" sz="1800" dirty="0"/>
              <a:t>Understand why employees leave DETE.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Data: </a:t>
            </a:r>
            <a:r>
              <a:rPr lang="en-US" sz="1800" dirty="0"/>
              <a:t>Exit survey responses from multiple employee segments.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Tools used</a:t>
            </a:r>
            <a:r>
              <a:rPr lang="en-US" sz="1800" dirty="0"/>
              <a:t>: Power BI, Excel.</a:t>
            </a:r>
          </a:p>
        </p:txBody>
      </p:sp>
      <p:sp>
        <p:nvSpPr>
          <p:cNvPr id="5" name="Slide Number Placeholder 5">
            <a:extLst>
              <a:ext uri="{007057B6-66B8-400C-88FC-CE88D72E0D8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D366E7-3B07-4529-95FE-5987B530ABA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520C3288-DDB2-4478-8E18-0CA22A180CBE}" type="slidenum">
              <a:rPr/>
              <a:t>3</a:t>
            </a:fld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BC623D5-895F-96AC-A976-C10CFF25817B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>
          <a:xfrm>
            <a:off x="5943600" y="4095750"/>
            <a:ext cx="2921423" cy="815635"/>
          </a:xfrm>
        </p:spPr>
      </p:pic>
    </p:spTree>
    <p:extLst>
      <p:ext uri="{0C2432AA-603F-4D2F-B0E6-0127BA88FB9E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1">
            <a:extLst>
              <a:ext uri="{FF2B5EF4-FFF2-40B4-BE49-F238E27FC236}">
                <a16:creationId xmlns:a16="http://schemas.microsoft.com/office/drawing/2014/main" id="{83A58078-7163-68CD-89E6-B30BB6A1031E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>
          <a:xfrm>
            <a:off x="6248400" y="4476750"/>
            <a:ext cx="2266950" cy="666750"/>
          </a:xfrm>
        </p:spPr>
      </p:pic>
      <p:sp>
        <p:nvSpPr>
          <p:cNvPr id="2" name="Title 1">
            <a:extLst>
              <a:ext uri="{46308998-4EB7-4A47-8404-73A652136BA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6E5C772-B03B-4384-98BC-CD8B4C28632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590550"/>
            <a:ext cx="2812127" cy="677465"/>
          </a:xfrm>
        </p:spPr>
        <p:txBody>
          <a:bodyPr rtlCol="0"/>
          <a:lstStyle/>
          <a:p>
            <a:r>
              <a:rPr lang="en-IN" b="1" dirty="0"/>
              <a:t>Key Objectives</a:t>
            </a:r>
            <a:endParaRPr lang="en-US" b="1" dirty="0"/>
          </a:p>
        </p:txBody>
      </p:sp>
      <p:sp>
        <p:nvSpPr>
          <p:cNvPr id="3" name="Content Placeholder 2">
            <a:extLst>
              <a:ext uri="{BDEAAF2C-122C-4C94-A54C-27F64E6B98F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70D2F68-4408-43D4-9282-C08F3290135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18949" y="1654330"/>
            <a:ext cx="6424851" cy="1908020"/>
          </a:xfrm>
        </p:spPr>
        <p:txBody>
          <a:bodyPr rtlCol="0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Analyze resignation patterns across roles &amp; departments.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/>
              <a:t>Evaluate workplace satisfaction &amp; morale.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Identify trends in tenure, age, and separation types.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Suggest actions to improve retention.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D60C9F13-C12C-4F69-9C93-9428FDFA14F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95D020D-24FA-40CE-B105-5E1484F6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06E0F666-38F3-444A-8FFC-18DC40E76E57}" type="slidenum">
              <a:rPr/>
              <a:t>4</a:t>
            </a:fld>
            <a:endParaRPr lang="en-US" dirty="0"/>
          </a:p>
        </p:txBody>
      </p:sp>
      <p:sp>
        <p:nvSpPr>
          <p:cNvPr id="6" name="Date Placeholder 1">
            <a:extLst>
              <a:ext uri="{8DA7D907-ED37-43B1-BFCE-3B3EE29D9F5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4068AA4-4A86-459F-88CA-16973F79193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C29DE7C-E6A2-4449-83EA-AE33D6E665D1}" type="datetime4">
              <a:rPr lang="en-US"/>
              <a:t>December 5, 2025</a:t>
            </a:fld>
            <a:endParaRPr lang="en-US" dirty="0"/>
          </a:p>
        </p:txBody>
      </p:sp>
    </p:spTree>
    <p:extLst>
      <p:ext uri="{3F145E9A-F8B3-409A-BA0F-41BC324D4F1B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B0CEC8F3-7B09-4AB7-9D91-985855DD23D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6E1A794-8E35-4E5A-9531-0010C12A9854}"/>
              </a:ext>
            </a:extLst>
          </p:cNvPr>
          <p:cNvSpPr/>
          <p:nvPr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endParaRPr lang="en-US" b="1" dirty="0"/>
          </a:p>
        </p:txBody>
      </p:sp>
      <p:sp>
        <p:nvSpPr>
          <p:cNvPr id="3" name="Title 1">
            <a:extLst>
              <a:ext uri="{2009D621-0CB9-433C-9E2F-E32E8962DFF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7F4C3DD-4B09-4917-A8E8-DCFE32C1683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6704"/>
            <a:ext cx="7593676" cy="717246"/>
          </a:xfrm>
        </p:spPr>
        <p:txBody>
          <a:bodyPr rtlCol="0"/>
          <a:lstStyle/>
          <a:p>
            <a:pPr algn="ctr">
              <a:lnSpc>
                <a:spcPct val="100000"/>
              </a:lnSpc>
            </a:pPr>
            <a:r>
              <a:rPr lang="en-US" b="1" dirty="0"/>
              <a:t>Parameters used for the Survey</a:t>
            </a:r>
          </a:p>
        </p:txBody>
      </p:sp>
      <p:sp>
        <p:nvSpPr>
          <p:cNvPr id="4" name="Content Placeholder 2">
            <a:extLst>
              <a:ext uri="{FC7954AB-19DD-497E-8AEC-CC50FF0012D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8D9F659-831C-4F47-8873-4A930A30E16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1" y="1276350"/>
            <a:ext cx="7039841" cy="2895600"/>
          </a:xfrm>
        </p:spPr>
        <p:txBody>
          <a:bodyPr rtlCol="0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Personal &amp; Employment Information: </a:t>
            </a:r>
            <a:r>
              <a:rPr lang="en-US" dirty="0"/>
              <a:t>ID, Separation Type, Cease Date, Start Date, Position, Region, Employment Status.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Reasons for Leaving: </a:t>
            </a:r>
            <a:r>
              <a:rPr lang="en-US" dirty="0"/>
              <a:t>Career moves, dissatisfaction, work-life balance, workload, maternity, health issues, etc.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Workplace Experience Ratings: </a:t>
            </a:r>
            <a:r>
              <a:rPr lang="en-US" dirty="0"/>
              <a:t>Professional development, opportunities, staff morale, workplace issues, stress, support from peers and supervisors, etc.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Demographics: </a:t>
            </a:r>
            <a:r>
              <a:rPr lang="en-US" dirty="0"/>
              <a:t>Gender, Age, Region, Issue etc.</a:t>
            </a:r>
          </a:p>
        </p:txBody>
      </p:sp>
      <p:sp>
        <p:nvSpPr>
          <p:cNvPr id="7" name="Date Placeholder 1">
            <a:extLst>
              <a:ext uri="{3BF3E503-DFA4-495C-890B-DE64C789139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10C52BC-8B8D-4CC1-97E1-8F9766220FA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B23A6111-5D74-4C37-9A9F-1D7DE48D615C}" type="datetime4">
              <a:rPr lang="en-US"/>
              <a:t>December 5, 2025</a:t>
            </a:fld>
            <a:endParaRPr lang="en-US" dirty="0"/>
          </a:p>
        </p:txBody>
      </p:sp>
      <p:sp>
        <p:nvSpPr>
          <p:cNvPr id="8" name="Slide Number Placeholder 5">
            <a:extLst>
              <a:ext uri="{1C4E2F77-5CC3-41DF-87E6-A754F58083D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BADD896-33C5-4DAA-B92C-D6CBE1FE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13177EB7-45DA-46BE-A02B-5D81DC42BCD8}" type="slidenum">
              <a:rPr/>
              <a:t>5</a:t>
            </a:fld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FD634337-9493-8DA5-84BD-48714E3FD924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>
          <a:xfrm>
            <a:off x="6172201" y="4313806"/>
            <a:ext cx="2540426" cy="763019"/>
          </a:xfrm>
        </p:spPr>
      </p:pic>
    </p:spTree>
    <p:extLst>
      <p:ext uri="{E9B7585D-400A-42CC-B211-77234521755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25112FBA-9451-4C1F-93F6-7B8403E7441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C376975-B48D-4223-9A0A-F8248D65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D79E8BCD-736E-4EE1-BC17-03C00E8D2739}" type="slidenum">
              <a:rPr/>
              <a:t>6</a:t>
            </a:fld>
            <a:endParaRPr lang="en-US" dirty="0"/>
          </a:p>
        </p:txBody>
      </p:sp>
      <p:sp>
        <p:nvSpPr>
          <p:cNvPr id="7" name="Date Placeholder 1">
            <a:extLst>
              <a:ext uri="{20303A5F-6B0F-4484-B951-3C1CD26EBAB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D62BDFD-1F43-4D2A-90FB-33E97619E9D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62720120-12B7-4BE5-910E-5756BD76CFC3}" type="datetime4">
              <a:rPr lang="en-US"/>
              <a:t>December 5, 2025</a:t>
            </a:fld>
            <a:endParaRPr lang="en-US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5ECCC24B-59C9-F8AE-B368-C531709D6603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38150"/>
            <a:ext cx="6248400" cy="4114800"/>
          </a:xfr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2A782560-0387-33DD-4BF5-BEC0870ED4FA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/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22496A6-FAA0-50DD-B402-99543250276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57200" y="819150"/>
            <a:ext cx="2133600" cy="3200400"/>
          </a:xfrm>
        </p:spPr>
        <p:txBody>
          <a:bodyPr/>
          <a:lstStyle/>
          <a:p>
            <a:br>
              <a:rPr lang="en-US" sz="1200" dirty="0"/>
            </a:br>
            <a:r>
              <a:rPr lang="en-US" sz="1200" b="1" dirty="0"/>
              <a:t>Reasons for Leaving: 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dirty="0"/>
              <a:t>Career moves, dissatisfaction, work-life balance, workload, maternity, health issues, etc.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/>
              <a:t>Insight: 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dirty="0"/>
              <a:t>Employees resigning have lower satisfaction vs others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/>
              <a:t>Key Point: 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dirty="0"/>
              <a:t>Morale is consistently </a:t>
            </a:r>
            <a:r>
              <a:rPr lang="en-US" sz="1200" b="1" dirty="0"/>
              <a:t>low</a:t>
            </a:r>
            <a:r>
              <a:rPr lang="en-US" sz="1200" dirty="0"/>
              <a:t> among those who resigned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endParaRPr lang="en-IN" sz="1200" dirty="0"/>
          </a:p>
        </p:txBody>
      </p:sp>
    </p:spTree>
    <p:extLst>
      <p:ext uri="{BFAE09ED-0CA9-4B88-AC91-6EAA4FCACA4B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CFB46-D491-E694-D22E-5AC4FD3CD91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33401" y="1123950"/>
            <a:ext cx="2057399" cy="2971800"/>
          </a:xfrm>
        </p:spPr>
        <p:txBody>
          <a:bodyPr/>
          <a:lstStyle/>
          <a:p>
            <a:r>
              <a:rPr lang="en-US" sz="1200" b="1" dirty="0">
                <a:solidFill>
                  <a:schemeClr val="accent3"/>
                </a:solidFill>
                <a:latin typeface="Playfair Display"/>
              </a:rPr>
              <a:t>Visual: </a:t>
            </a:r>
          </a:p>
          <a:p>
            <a:r>
              <a:rPr lang="en-US" sz="1200" dirty="0">
                <a:solidFill>
                  <a:schemeClr val="accent3"/>
                </a:solidFill>
                <a:latin typeface="Playfair Display"/>
              </a:rPr>
              <a:t>Stacked bar or line chart</a:t>
            </a:r>
          </a:p>
          <a:p>
            <a:r>
              <a:rPr lang="en-US" sz="1200" b="1" dirty="0">
                <a:solidFill>
                  <a:schemeClr val="accent3"/>
                </a:solidFill>
                <a:latin typeface="Playfair Display"/>
              </a:rPr>
              <a:t>Insight: </a:t>
            </a:r>
          </a:p>
          <a:p>
            <a:r>
              <a:rPr lang="en-US" sz="1200" dirty="0">
                <a:solidFill>
                  <a:schemeClr val="accent3"/>
                </a:solidFill>
                <a:latin typeface="Playfair Display"/>
              </a:rPr>
              <a:t>People with short duration between 0-3 years are having high chances of resignation</a:t>
            </a:r>
          </a:p>
          <a:p>
            <a:r>
              <a:rPr lang="en-US" sz="1200" b="1" dirty="0">
                <a:solidFill>
                  <a:schemeClr val="accent3"/>
                </a:solidFill>
                <a:latin typeface="Playfair Display"/>
              </a:rPr>
              <a:t>Key point:</a:t>
            </a:r>
          </a:p>
          <a:p>
            <a:r>
              <a:rPr lang="en-US" sz="1200" dirty="0">
                <a:solidFill>
                  <a:schemeClr val="accent3"/>
                </a:solidFill>
                <a:latin typeface="Playfair Display"/>
              </a:rPr>
              <a:t>Employee experience may affect satisfaction &amp; decision to leave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IN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8AD1D-8848-EDFE-2674-CAD536D8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7</a:t>
            </a:fld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CF464B1-557C-87CD-4F1E-B4E57004475F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/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AEA67A7-D704-29E3-2F9D-14E5B807414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DBC337F-B826-3E87-848E-12DEC45C95F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97A863-A044-477F-A81F-E293BDC05B89}" type="datetime4">
              <a:rPr lang="en-IN" smtClean="0"/>
              <a:t>05 December 2025</a:t>
            </a:fld>
            <a:endParaRPr lang="en-IN" dirty="0"/>
          </a:p>
        </p:txBody>
      </p:sp>
      <p:pic>
        <p:nvPicPr>
          <p:cNvPr id="9" name="Content Placeholder 9">
            <a:extLst>
              <a:ext uri="{FF2B5EF4-FFF2-40B4-BE49-F238E27FC236}">
                <a16:creationId xmlns:a16="http://schemas.microsoft.com/office/drawing/2014/main" id="{DEC47C49-692E-CEF7-9D84-EDC1DD184D03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590550"/>
            <a:ext cx="6096000" cy="3962400"/>
          </a:xfrm>
        </p:spPr>
      </p:pic>
    </p:spTree>
    <p:extLst>
      <p:ext uri="{BB962C8B-B14F-4D97-AF65-F5344CB8AC3E}">
        <p14:creationId xmlns:p14="http://schemas.microsoft.com/office/powerpoint/2010/main" val="259493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BD3ED-C4C1-CA39-C2BE-1090D3D6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19B33-3CA7-BD87-AAF8-68DD39A11C5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33400" y="1428750"/>
            <a:ext cx="2057399" cy="2590800"/>
          </a:xfrm>
        </p:spPr>
        <p:txBody>
          <a:bodyPr/>
          <a:lstStyle/>
          <a:p>
            <a:r>
              <a:rPr lang="en-US" sz="1200" b="1" dirty="0">
                <a:solidFill>
                  <a:schemeClr val="accent3"/>
                </a:solidFill>
                <a:latin typeface="Playfair Display"/>
              </a:rPr>
              <a:t>Visual: </a:t>
            </a:r>
          </a:p>
          <a:p>
            <a:r>
              <a:rPr lang="en-US" sz="1200" dirty="0">
                <a:solidFill>
                  <a:schemeClr val="accent3"/>
                </a:solidFill>
                <a:latin typeface="Playfair Display"/>
              </a:rPr>
              <a:t>Average scores of Professional Development, Morale, Supervisor, Work-Life Balance</a:t>
            </a:r>
          </a:p>
          <a:p>
            <a:r>
              <a:rPr lang="en-US" sz="1200" b="1" dirty="0">
                <a:solidFill>
                  <a:schemeClr val="accent3"/>
                </a:solidFill>
                <a:latin typeface="Playfair Display"/>
              </a:rPr>
              <a:t>Insight: </a:t>
            </a:r>
          </a:p>
          <a:p>
            <a:r>
              <a:rPr lang="en-US" sz="1200" dirty="0">
                <a:solidFill>
                  <a:schemeClr val="accent3"/>
                </a:solidFill>
                <a:latin typeface="Playfair Display"/>
              </a:rPr>
              <a:t>Lowest satisfaction in staff morale and career progression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F870E-1C2E-A8EF-16EA-8092DFA0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8</a:t>
            </a:fld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FF0A86C-D00F-7831-A0DC-D7B0024B3D67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/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64F3B8-9711-8BF1-F5E6-DF0FE1756F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B528A2-5023-62C2-8082-4E2587A1BEA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97A863-A044-477F-A81F-E293BDC05B89}" type="datetime4">
              <a:rPr lang="en-IN" smtClean="0"/>
              <a:t>05 December 2025</a:t>
            </a:fld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930A9E1-9BEC-12D0-4E68-02F5BD92EC8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590550"/>
            <a:ext cx="6324600" cy="4038600"/>
          </a:xfrm>
        </p:spPr>
      </p:pic>
    </p:spTree>
    <p:extLst>
      <p:ext uri="{BB962C8B-B14F-4D97-AF65-F5344CB8AC3E}">
        <p14:creationId xmlns:p14="http://schemas.microsoft.com/office/powerpoint/2010/main" val="14384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5E32F-556D-7700-6794-8B3F6C29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1DC18-B844-283F-F535-ABA6152D1C1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590550"/>
            <a:ext cx="2057400" cy="4114800"/>
          </a:xfrm>
        </p:spPr>
        <p:txBody>
          <a:bodyPr/>
          <a:lstStyle/>
          <a:p>
            <a:r>
              <a:rPr lang="en-US" sz="1100" b="1" dirty="0">
                <a:solidFill>
                  <a:schemeClr val="accent3"/>
                </a:solidFill>
                <a:latin typeface="Playfair Display"/>
              </a:rPr>
              <a:t>Visual: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chemeClr val="accent3"/>
                </a:solidFill>
                <a:latin typeface="Playfair Display"/>
              </a:rPr>
              <a:t>Stacked Bar Chart / Pie Chart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chemeClr val="accent3"/>
                </a:solidFill>
                <a:latin typeface="Playfair Display"/>
              </a:rPr>
              <a:t>Most resignations come from Age 61–or older group in Corporate Services</a:t>
            </a:r>
          </a:p>
          <a:p>
            <a:r>
              <a:rPr lang="en-US" sz="1100" b="1" dirty="0">
                <a:solidFill>
                  <a:schemeClr val="accent3"/>
                </a:solidFill>
                <a:latin typeface="Playfair Display"/>
              </a:rPr>
              <a:t>Recommendations: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chemeClr val="accent3"/>
                </a:solidFill>
                <a:latin typeface="Playfair Display"/>
              </a:rPr>
              <a:t>Improve onboarding and support in early tenure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chemeClr val="accent3"/>
                </a:solidFill>
                <a:latin typeface="Playfair Display"/>
              </a:rPr>
              <a:t>Focus on morale –building and supervisor engagement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dirty="0">
                <a:solidFill>
                  <a:schemeClr val="accent3"/>
                </a:solidFill>
                <a:latin typeface="Playfair Display"/>
              </a:rPr>
              <a:t>Target high-turnover departments with action plans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AFF58-D59A-F7E1-2F59-4F7D843B6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9</a:t>
            </a:fld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3766156-5001-BB44-F5CF-EB84EB6ED171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/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6BEB4A-A96C-4D76-F680-88FC0CFFF4B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97A863-A044-477F-A81F-E293BDC05B89}" type="datetime4">
              <a:rPr lang="en-IN" smtClean="0"/>
              <a:t>05 December 2025</a:t>
            </a:fld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5BA61E-A6EB-35D6-FC02-819E875F178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514350"/>
            <a:ext cx="6172200" cy="4038600"/>
          </a:xfrm>
        </p:spPr>
      </p:pic>
    </p:spTree>
    <p:extLst>
      <p:ext uri="{BB962C8B-B14F-4D97-AF65-F5344CB8AC3E}">
        <p14:creationId xmlns:p14="http://schemas.microsoft.com/office/powerpoint/2010/main" val="2106698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B56A3FAD-C7B8-4736-8787-210358073FC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159A77-D345-4B33-BA62-30BC0666D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7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81781C2B-CA23-4191-BB74-A4607DF6CB24}" type="slidenum">
              <a:rPr/>
              <a:t>10</a:t>
            </a:fld>
            <a:endParaRPr lang="en-US" dirty="0"/>
          </a:p>
        </p:txBody>
      </p:sp>
      <p:sp>
        <p:nvSpPr>
          <p:cNvPr id="12" name="Date Placeholder 1">
            <a:extLst>
              <a:ext uri="{239011BB-FDFD-4C94-B3C9-BACBFB6E3E6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6F4A8E7-A51C-4489-B101-8B85A48FC9FF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41434E7F-F166-4C0B-B7EE-B0D0A7918D43}" type="datetime4">
              <a:rPr lang="en-US"/>
              <a:t>December 5, 2025</a:t>
            </a:fld>
            <a:endParaRPr lang="en-US" dirty="0"/>
          </a:p>
        </p:txBody>
      </p:sp>
      <p:pic>
        <p:nvPicPr>
          <p:cNvPr id="30" name="Content Placeholder 29">
            <a:extLst>
              <a:ext uri="{FF2B5EF4-FFF2-40B4-BE49-F238E27FC236}">
                <a16:creationId xmlns:a16="http://schemas.microsoft.com/office/drawing/2014/main" id="{65A0B14E-ACAC-DA86-DE78-47B7B38E1395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5750"/>
            <a:ext cx="8153400" cy="4191000"/>
          </a:xfrm>
        </p:spPr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0B27D1B4-6E0D-958F-2E6A-44DF53C7D027}"/>
              </a:ext>
            </a:extLst>
          </p:cNvPr>
          <p:cNvPicPr>
            <a:picLocks noGrp="1" noChangeAspect="1"/>
          </p:cNvPicPr>
          <p:nvPr>
            <p:ph type="pic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86255922"/>
      </p:ext>
      <p:ext uri="{956A09E3-EF6E-4501-B238-666D9E5E531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8FF9-E917-C680-7499-611E54CD2AB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533400" y="514350"/>
            <a:ext cx="7822276" cy="562464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B6EE8-8FE4-7EDF-5C69-F9B19C4E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11</a:t>
            </a:fld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9F5AC0B-03AE-5626-DC2D-0B7239325C17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/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33BC29-FAF9-50AA-733D-AA2C8F9FE2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1D75A6C-AFC5-C707-311A-BD4AA7FF31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97A863-A044-477F-A81F-E293BDC05B89}" type="datetime4">
              <a:rPr lang="en-US" smtClean="0"/>
              <a:t>December 5, 2025</a:t>
            </a:fld>
            <a:endParaRPr lang="en-US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DD2EFC5-AEEA-B341-0325-33F96501F4C9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1676400" y="1581150"/>
            <a:ext cx="604684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/>
              <a:t>Survey reveals actionable trends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/>
              <a:t>Focus on satisfaction = Retention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/>
              <a:t>Next Step: Implement strategic HR interventions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973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2EBDB5D-E65B-48F5-94BA-98AF50D292F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1FF7C77-63B3-400F-BC8F-F90C2E96FA9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124200" y="2266950"/>
            <a:ext cx="2743200" cy="685800"/>
          </a:xfrm>
        </p:spPr>
        <p:txBody>
          <a:bodyPr rtlCol="0"/>
          <a:lstStyle/>
          <a:p>
            <a:r>
              <a:rPr lang="en-US" dirty="0"/>
              <a:t>Thank You</a:t>
            </a:r>
          </a:p>
        </p:txBody>
      </p:sp>
      <p:sp>
        <p:nvSpPr>
          <p:cNvPr id="5" name="Slide Number Placeholder 5">
            <a:extLst>
              <a:ext uri="{CEDC6FB9-6D68-467A-8982-184B82A8FDA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AD823D5-15B4-4D48-A10A-1609C38796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E06883A2-0FD8-4242-B989-A6C2B6CF5CC1}" type="slidenum">
              <a:rPr/>
              <a:t>12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6E3C26B-CD36-A211-D50C-4E1F9B66B0F1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9" b="27679"/>
          <a:stretch>
            <a:fillRect/>
          </a:stretch>
        </p:blipFill>
        <p:spPr>
          <a:xfrm>
            <a:off x="6553200" y="4400550"/>
            <a:ext cx="2133599" cy="506277"/>
          </a:xfrm>
        </p:spPr>
      </p:pic>
    </p:spTree>
    <p:extLst>
      <p:ext uri="{ADF7697E-8E2B-40C6-948A-B65F924B2864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99974428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FONT2" val="Montserrat-ligh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WEIGHT:1:0:0" val="2"/>
  <p:tag name="FONTWEIGHT:1:1:0" val="2"/>
  <p:tag name="FONTWEIGHT:1:4:0" val="2"/>
  <p:tag name="FONTWEIGHT:1:2:0" val="2"/>
  <p:tag name="FONTWEIGHT:1:3:0" val="2"/>
</p:tagLst>
</file>

<file path=ppt/theme/theme1.xml><?xml version="1.0" encoding="utf-8"?>
<a:theme xmlns:a="http://schemas.openxmlformats.org/drawingml/2006/main" name="Office Theme">
  <a:themeElements>
    <a:clrScheme name="Custom 56">
      <a:dk1>
        <a:srgbClr val="000000"/>
      </a:dk1>
      <a:lt1>
        <a:srgbClr val="FFFFFF"/>
      </a:lt1>
      <a:dk2>
        <a:srgbClr val="1F4CB2"/>
      </a:dk2>
      <a:lt2>
        <a:srgbClr val="E7E6E6"/>
      </a:lt2>
      <a:accent1>
        <a:srgbClr val="D87227"/>
      </a:accent1>
      <a:accent2>
        <a:srgbClr val="B1B1B1"/>
      </a:accent2>
      <a:accent3>
        <a:srgbClr val="1F4CB2"/>
      </a:accent3>
      <a:accent4>
        <a:srgbClr val="00C4D6"/>
      </a:accent4>
      <a:accent5>
        <a:srgbClr val="F6C300"/>
      </a:accent5>
      <a:accent6>
        <a:srgbClr val="F8F8F8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lvl1pPr lvl="0" algn="ctr"/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ustom 56">
      <a:dk1>
        <a:srgbClr val="000000"/>
      </a:dk1>
      <a:lt1>
        <a:srgbClr val="FFFFFF"/>
      </a:lt1>
      <a:dk2>
        <a:srgbClr val="1F4CB2"/>
      </a:dk2>
      <a:lt2>
        <a:srgbClr val="E7E6E6"/>
      </a:lt2>
      <a:accent1>
        <a:srgbClr val="D87227"/>
      </a:accent1>
      <a:accent2>
        <a:srgbClr val="B1B1B1"/>
      </a:accent2>
      <a:accent3>
        <a:srgbClr val="1F4CB2"/>
      </a:accent3>
      <a:accent4>
        <a:srgbClr val="00C4D6"/>
      </a:accent4>
      <a:accent5>
        <a:srgbClr val="F6C300"/>
      </a:accent5>
      <a:accent6>
        <a:srgbClr val="F8F8F8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lvl1pPr lvl="0" algn="ctr"/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435</Words>
  <Application>Microsoft Office PowerPoint</Application>
  <PresentationFormat>On-screen Show (16:9)</PresentationFormat>
  <Paragraphs>92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Playfair Display</vt:lpstr>
      <vt:lpstr>Wingdings</vt:lpstr>
      <vt:lpstr>Calibri</vt:lpstr>
      <vt:lpstr>Arial</vt:lpstr>
      <vt:lpstr>Montserrat-light</vt:lpstr>
      <vt:lpstr>Montserrat Light</vt:lpstr>
      <vt:lpstr>Office Theme</vt:lpstr>
      <vt:lpstr>Customer Churn Prediction Analysis  HEPro -Business Analytics Internship Duration – 2 Month (November- December 2025)</vt:lpstr>
      <vt:lpstr>Table of Contents</vt:lpstr>
      <vt:lpstr>PowerPoint Presentation</vt:lpstr>
      <vt:lpstr>Key Objectives</vt:lpstr>
      <vt:lpstr>Parameters used for the Survey</vt:lpstr>
      <vt:lpstr> Reasons for Leaving:   Career moves, dissatisfaction, work-life balance, workload, maternity, health issues, etc.  Insight:   Employees resigning have lower satisfaction vs others  Key Point:   Morale is consistently low among those who resigned   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Jishu Paul</dc:creator>
  <cp:lastModifiedBy>Jishu Paul</cp:lastModifiedBy>
  <cp:revision>14</cp:revision>
  <dcterms:created xsi:type="dcterms:W3CDTF">2025-06-15T19:53:03Z</dcterms:created>
  <dcterms:modified xsi:type="dcterms:W3CDTF">2025-12-04T20:45:42Z</dcterms:modified>
</cp:coreProperties>
</file>